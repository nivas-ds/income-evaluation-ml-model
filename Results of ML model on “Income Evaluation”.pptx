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aleway"/>
      <p:regular r:id="rId10"/>
      <p:bold r:id="rId11"/>
      <p:italic r:id="rId12"/>
      <p:boldItalic r:id="rId13"/>
    </p:embeddedFont>
    <p:embeddedFont>
      <p:font typeface="La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bold.fntdata"/><Relationship Id="rId10" Type="http://schemas.openxmlformats.org/officeDocument/2006/relationships/font" Target="fonts/Raleway-regular.fntdata"/><Relationship Id="rId13" Type="http://schemas.openxmlformats.org/officeDocument/2006/relationships/font" Target="fonts/Raleway-boldItalic.fntdata"/><Relationship Id="rId12" Type="http://schemas.openxmlformats.org/officeDocument/2006/relationships/font" Target="fonts/Raleway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90ad087d9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90ad087d9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90ad087d9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90ad087d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90ad087d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90ad087d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1.a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ML Model Building on “Income Evaluation”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172900"/>
            <a:ext cx="7688100" cy="5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By Srinivas 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7650" y="7060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Steps Followed &amp; Observations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7650" y="1444025"/>
            <a:ext cx="7688700" cy="34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u="sng">
                <a:solidFill>
                  <a:schemeClr val="hlink"/>
                </a:solidFill>
                <a:hlinkClick r:id="rId3"/>
              </a:rPr>
              <a:t>At</a:t>
            </a:r>
            <a:r>
              <a:rPr lang="en-GB"/>
              <a:t> first understanding the problem </a:t>
            </a:r>
            <a:r>
              <a:rPr lang="en-GB"/>
              <a:t>statement,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“</a:t>
            </a:r>
            <a:r>
              <a:rPr lang="en-GB"/>
              <a:t>This is the data of ‘Income evaluation for different countries.’  Based on the available features, build a model to predict whether a person's income exceeds a certain threshold (e.g., &lt;=50K or &gt;50K), which will help to identify the factors that contribute to higher incomes.”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Performing basic data cleaning steps: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-GB"/>
              <a:t>Removed the column with NaN values and stripped the column names of extra space, removing the duplicate rows, etc...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-GB"/>
              <a:t>Separating</a:t>
            </a:r>
            <a:r>
              <a:rPr lang="en-GB"/>
              <a:t> both numerical and categorical columns for easy analysis, replacing missing values.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-GB"/>
              <a:t>Then performed univariant, bivariant, and multivariant analyses for understanding the hidden patterns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Observations: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1. The target column is </a:t>
            </a:r>
            <a:r>
              <a:rPr lang="en-GB"/>
              <a:t>imbalanced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2. The 'capital_gain', 'capital_loss', and 'final_census' columns will having the more skewness as mean is very far from the median.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7650" y="7060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Steps Followed &amp; Observations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7650" y="1444025"/>
            <a:ext cx="7688700" cy="34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Observations: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3. 'Final_census' has outliers in the upper fence, and there is a huge jump between 99% and 100% of the data, which can be trimmed.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4. In 'Education' Col almost 80% of people belong to 'HS-grad' and 'some-college,' and least are pre-school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5.In 'Marital-status' col has more marreied-civ-spouse and then followed by never married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After this performed the model </a:t>
            </a:r>
            <a:r>
              <a:rPr lang="en-GB"/>
              <a:t>building</a:t>
            </a:r>
            <a:r>
              <a:rPr lang="en-GB"/>
              <a:t> steps by </a:t>
            </a:r>
            <a:r>
              <a:rPr lang="en-GB"/>
              <a:t>separating</a:t>
            </a:r>
            <a:r>
              <a:rPr lang="en-GB"/>
              <a:t> the target and independent variables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1. Used SMOTE,SMOTEENN techniques to balance the target column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600900" y="737575"/>
            <a:ext cx="3300900" cy="5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409175" y="1581800"/>
            <a:ext cx="2638200" cy="24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lang="en-GB"/>
              <a:t>results</a:t>
            </a:r>
            <a:r>
              <a:rPr lang="en-GB"/>
              <a:t> after building </a:t>
            </a:r>
            <a:r>
              <a:rPr lang="en-GB"/>
              <a:t>models</a:t>
            </a:r>
            <a:r>
              <a:rPr lang="en-GB"/>
              <a:t>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Among all the models the last model with </a:t>
            </a:r>
            <a:r>
              <a:rPr lang="en-GB"/>
              <a:t>the undersampling</a:t>
            </a:r>
            <a:r>
              <a:rPr lang="en-GB"/>
              <a:t> </a:t>
            </a:r>
            <a:r>
              <a:rPr lang="en-GB"/>
              <a:t>technique</a:t>
            </a:r>
            <a:r>
              <a:rPr lang="en-GB"/>
              <a:t> given the better result but here we are wasting so much of </a:t>
            </a:r>
            <a:r>
              <a:rPr lang="en-GB"/>
              <a:t>the data.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After that the Random Forest with GridSearch CV &amp; SMOTE gave the better result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 </a:t>
            </a:r>
            <a:endParaRPr/>
          </a:p>
        </p:txBody>
      </p:sp>
      <p:pic>
        <p:nvPicPr>
          <p:cNvPr id="106" name="Google Shape;10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8950" y="1581800"/>
            <a:ext cx="5710574" cy="2705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