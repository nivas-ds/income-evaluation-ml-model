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notesMasterIdLst>
    <p:notesMasterId r:id="rId11"/>
  </p:notesMasterIdLst>
  <p:sldIdLst>
    <p:sldId id="256" r:id="rId2"/>
    <p:sldId id="257" r:id="rId3"/>
    <p:sldId id="258" r:id="rId4"/>
    <p:sldId id="262" r:id="rId5"/>
    <p:sldId id="259" r:id="rId6"/>
    <p:sldId id="263" r:id="rId7"/>
    <p:sldId id="260" r:id="rId8"/>
    <p:sldId id="265" r:id="rId9"/>
    <p:sldId id="269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E7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a124bbeda28052f0" providerId="LiveId" clId="{5F0F677D-7374-4EE0-B840-813BCB811C9A}"/>
    <pc:docChg chg="undo custSel addSld delSld modSld">
      <pc:chgData name="" userId="a124bbeda28052f0" providerId="LiveId" clId="{5F0F677D-7374-4EE0-B840-813BCB811C9A}" dt="2023-06-06T12:13:39.317" v="1038" actId="122"/>
      <pc:docMkLst>
        <pc:docMk/>
      </pc:docMkLst>
      <pc:sldChg chg="modSp">
        <pc:chgData name="" userId="a124bbeda28052f0" providerId="LiveId" clId="{5F0F677D-7374-4EE0-B840-813BCB811C9A}" dt="2023-06-06T12:11:59.416" v="1035" actId="20577"/>
        <pc:sldMkLst>
          <pc:docMk/>
          <pc:sldMk cId="1098767430" sldId="256"/>
        </pc:sldMkLst>
        <pc:spChg chg="mod">
          <ac:chgData name="" userId="a124bbeda28052f0" providerId="LiveId" clId="{5F0F677D-7374-4EE0-B840-813BCB811C9A}" dt="2023-06-06T12:11:59.416" v="1035" actId="20577"/>
          <ac:spMkLst>
            <pc:docMk/>
            <pc:sldMk cId="1098767430" sldId="256"/>
            <ac:spMk id="4" creationId="{054F1AB5-AE0F-4868-9B6E-F81775F3E09C}"/>
          </ac:spMkLst>
        </pc:spChg>
      </pc:sldChg>
      <pc:sldChg chg="modSp">
        <pc:chgData name="" userId="a124bbeda28052f0" providerId="LiveId" clId="{5F0F677D-7374-4EE0-B840-813BCB811C9A}" dt="2023-06-06T12:03:40.144" v="913" actId="20577"/>
        <pc:sldMkLst>
          <pc:docMk/>
          <pc:sldMk cId="418377012" sldId="257"/>
        </pc:sldMkLst>
        <pc:spChg chg="mod">
          <ac:chgData name="" userId="a124bbeda28052f0" providerId="LiveId" clId="{5F0F677D-7374-4EE0-B840-813BCB811C9A}" dt="2023-06-06T12:03:40.144" v="913" actId="20577"/>
          <ac:spMkLst>
            <pc:docMk/>
            <pc:sldMk cId="418377012" sldId="257"/>
            <ac:spMk id="3" creationId="{522D56E9-BB9D-4819-A633-C357DD28CE05}"/>
          </ac:spMkLst>
        </pc:spChg>
      </pc:sldChg>
      <pc:sldChg chg="modSp">
        <pc:chgData name="" userId="a124bbeda28052f0" providerId="LiveId" clId="{5F0F677D-7374-4EE0-B840-813BCB811C9A}" dt="2023-06-06T09:32:11.781" v="887" actId="20577"/>
        <pc:sldMkLst>
          <pc:docMk/>
          <pc:sldMk cId="2621356450" sldId="258"/>
        </pc:sldMkLst>
        <pc:spChg chg="mod">
          <ac:chgData name="" userId="a124bbeda28052f0" providerId="LiveId" clId="{5F0F677D-7374-4EE0-B840-813BCB811C9A}" dt="2023-06-06T09:32:11.781" v="887" actId="20577"/>
          <ac:spMkLst>
            <pc:docMk/>
            <pc:sldMk cId="2621356450" sldId="258"/>
            <ac:spMk id="6" creationId="{70292E6A-3398-43D5-954F-66EAA4793B22}"/>
          </ac:spMkLst>
        </pc:spChg>
      </pc:sldChg>
      <pc:sldChg chg="modSp">
        <pc:chgData name="" userId="a124bbeda28052f0" providerId="LiveId" clId="{5F0F677D-7374-4EE0-B840-813BCB811C9A}" dt="2023-06-06T09:29:00.135" v="802" actId="20577"/>
        <pc:sldMkLst>
          <pc:docMk/>
          <pc:sldMk cId="2605858040" sldId="259"/>
        </pc:sldMkLst>
        <pc:spChg chg="mod">
          <ac:chgData name="" userId="a124bbeda28052f0" providerId="LiveId" clId="{5F0F677D-7374-4EE0-B840-813BCB811C9A}" dt="2023-06-06T09:29:00.135" v="802" actId="20577"/>
          <ac:spMkLst>
            <pc:docMk/>
            <pc:sldMk cId="2605858040" sldId="259"/>
            <ac:spMk id="3" creationId="{F3875422-E998-453D-815B-45667402FB11}"/>
          </ac:spMkLst>
        </pc:spChg>
      </pc:sldChg>
      <pc:sldChg chg="modSp">
        <pc:chgData name="" userId="a124bbeda28052f0" providerId="LiveId" clId="{5F0F677D-7374-4EE0-B840-813BCB811C9A}" dt="2023-06-06T12:11:42.007" v="1034" actId="20577"/>
        <pc:sldMkLst>
          <pc:docMk/>
          <pc:sldMk cId="1939313931" sldId="260"/>
        </pc:sldMkLst>
        <pc:spChg chg="mod">
          <ac:chgData name="" userId="a124bbeda28052f0" providerId="LiveId" clId="{5F0F677D-7374-4EE0-B840-813BCB811C9A}" dt="2023-06-06T12:11:42.007" v="1034" actId="20577"/>
          <ac:spMkLst>
            <pc:docMk/>
            <pc:sldMk cId="1939313931" sldId="260"/>
            <ac:spMk id="3" creationId="{E4D02A31-33C1-43FC-BAD6-AC4E642E6DBA}"/>
          </ac:spMkLst>
        </pc:spChg>
      </pc:sldChg>
      <pc:sldChg chg="addSp delSp modSp del">
        <pc:chgData name="" userId="a124bbeda28052f0" providerId="LiveId" clId="{5F0F677D-7374-4EE0-B840-813BCB811C9A}" dt="2023-06-06T11:42:11.186" v="888" actId="2696"/>
        <pc:sldMkLst>
          <pc:docMk/>
          <pc:sldMk cId="3809078132" sldId="261"/>
        </pc:sldMkLst>
        <pc:spChg chg="add mod">
          <ac:chgData name="" userId="a124bbeda28052f0" providerId="LiveId" clId="{5F0F677D-7374-4EE0-B840-813BCB811C9A}" dt="2023-06-06T09:29:11.811" v="804" actId="478"/>
          <ac:spMkLst>
            <pc:docMk/>
            <pc:sldMk cId="3809078132" sldId="261"/>
            <ac:spMk id="4" creationId="{08B57236-933A-4AAB-910A-4D83ED462E79}"/>
          </ac:spMkLst>
        </pc:spChg>
        <pc:graphicFrameChg chg="del modGraphic">
          <ac:chgData name="" userId="a124bbeda28052f0" providerId="LiveId" clId="{5F0F677D-7374-4EE0-B840-813BCB811C9A}" dt="2023-06-06T09:29:11.811" v="804" actId="478"/>
          <ac:graphicFrameMkLst>
            <pc:docMk/>
            <pc:sldMk cId="3809078132" sldId="261"/>
            <ac:graphicFrameMk id="6" creationId="{C06E9E4C-CDE7-4690-9034-BD6E552A7805}"/>
          </ac:graphicFrameMkLst>
        </pc:graphicFrameChg>
      </pc:sldChg>
      <pc:sldChg chg="modSp">
        <pc:chgData name="" userId="a124bbeda28052f0" providerId="LiveId" clId="{5F0F677D-7374-4EE0-B840-813BCB811C9A}" dt="2023-06-06T09:27:50.732" v="786" actId="20577"/>
        <pc:sldMkLst>
          <pc:docMk/>
          <pc:sldMk cId="2078165261" sldId="262"/>
        </pc:sldMkLst>
        <pc:spChg chg="mod">
          <ac:chgData name="" userId="a124bbeda28052f0" providerId="LiveId" clId="{5F0F677D-7374-4EE0-B840-813BCB811C9A}" dt="2023-06-06T09:26:37.993" v="654"/>
          <ac:spMkLst>
            <pc:docMk/>
            <pc:sldMk cId="2078165261" sldId="262"/>
            <ac:spMk id="2" creationId="{0D740033-0036-46BB-9D53-339E3E8D3468}"/>
          </ac:spMkLst>
        </pc:spChg>
        <pc:spChg chg="mod">
          <ac:chgData name="" userId="a124bbeda28052f0" providerId="LiveId" clId="{5F0F677D-7374-4EE0-B840-813BCB811C9A}" dt="2023-06-06T09:27:50.732" v="786" actId="20577"/>
          <ac:spMkLst>
            <pc:docMk/>
            <pc:sldMk cId="2078165261" sldId="262"/>
            <ac:spMk id="3" creationId="{6A6607D2-BE9F-489B-BCE3-ED39B1825925}"/>
          </ac:spMkLst>
        </pc:spChg>
      </pc:sldChg>
      <pc:sldChg chg="addSp delSp modSp add">
        <pc:chgData name="" userId="a124bbeda28052f0" providerId="LiveId" clId="{5F0F677D-7374-4EE0-B840-813BCB811C9A}" dt="2023-06-06T12:13:39.317" v="1038" actId="122"/>
        <pc:sldMkLst>
          <pc:docMk/>
          <pc:sldMk cId="957837394" sldId="263"/>
        </pc:sldMkLst>
        <pc:spChg chg="del mod">
          <ac:chgData name="" userId="a124bbeda28052f0" providerId="LiveId" clId="{5F0F677D-7374-4EE0-B840-813BCB811C9A}" dt="2023-06-06T12:08:08.313" v="930" actId="478"/>
          <ac:spMkLst>
            <pc:docMk/>
            <pc:sldMk cId="957837394" sldId="263"/>
            <ac:spMk id="2" creationId="{119DDE51-602B-43C4-91F7-0D8B585803F7}"/>
          </ac:spMkLst>
        </pc:spChg>
        <pc:spChg chg="del">
          <ac:chgData name="" userId="a124bbeda28052f0" providerId="LiveId" clId="{5F0F677D-7374-4EE0-B840-813BCB811C9A}" dt="2023-06-06T12:05:29.547" v="915"/>
          <ac:spMkLst>
            <pc:docMk/>
            <pc:sldMk cId="957837394" sldId="263"/>
            <ac:spMk id="3" creationId="{27BAFEC1-42BD-4371-990F-C7ED9AA38E6F}"/>
          </ac:spMkLst>
        </pc:spChg>
        <pc:spChg chg="add del mod">
          <ac:chgData name="" userId="a124bbeda28052f0" providerId="LiveId" clId="{5F0F677D-7374-4EE0-B840-813BCB811C9A}" dt="2023-06-06T12:07:49.811" v="925"/>
          <ac:spMkLst>
            <pc:docMk/>
            <pc:sldMk cId="957837394" sldId="263"/>
            <ac:spMk id="6" creationId="{D8C5E18B-19FA-40A9-9E41-33AF8BF4C8AC}"/>
          </ac:spMkLst>
        </pc:spChg>
        <pc:graphicFrameChg chg="add del mod modGraphic">
          <ac:chgData name="" userId="a124bbeda28052f0" providerId="LiveId" clId="{5F0F677D-7374-4EE0-B840-813BCB811C9A}" dt="2023-06-06T12:07:28.008" v="924" actId="478"/>
          <ac:graphicFrameMkLst>
            <pc:docMk/>
            <pc:sldMk cId="957837394" sldId="263"/>
            <ac:graphicFrameMk id="4" creationId="{022A03DF-7024-47C8-9D4F-C87D4A85CEC6}"/>
          </ac:graphicFrameMkLst>
        </pc:graphicFrameChg>
        <pc:graphicFrameChg chg="add mod modGraphic">
          <ac:chgData name="" userId="a124bbeda28052f0" providerId="LiveId" clId="{5F0F677D-7374-4EE0-B840-813BCB811C9A}" dt="2023-06-06T12:13:39.317" v="1038" actId="122"/>
          <ac:graphicFrameMkLst>
            <pc:docMk/>
            <pc:sldMk cId="957837394" sldId="263"/>
            <ac:graphicFrameMk id="7" creationId="{19179806-8BF7-43AA-9906-CC69786AA3D7}"/>
          </ac:graphicFrameMkLst>
        </pc:graphicFrameChg>
      </pc:sldChg>
      <pc:sldChg chg="del">
        <pc:chgData name="" userId="a124bbeda28052f0" providerId="LiveId" clId="{5F0F677D-7374-4EE0-B840-813BCB811C9A}" dt="2023-06-06T09:27:57.789" v="787" actId="2696"/>
        <pc:sldMkLst>
          <pc:docMk/>
          <pc:sldMk cId="2564046485" sldId="263"/>
        </pc:sldMkLst>
      </pc:sldChg>
      <pc:sldChg chg="del">
        <pc:chgData name="" userId="a124bbeda28052f0" providerId="LiveId" clId="{5F0F677D-7374-4EE0-B840-813BCB811C9A}" dt="2023-06-06T09:28:00.782" v="788" actId="2696"/>
        <pc:sldMkLst>
          <pc:docMk/>
          <pc:sldMk cId="600709817" sldId="264"/>
        </pc:sldMkLst>
      </pc:sldChg>
      <pc:sldChg chg="modSp del">
        <pc:chgData name="" userId="a124bbeda28052f0" providerId="LiveId" clId="{5F0F677D-7374-4EE0-B840-813BCB811C9A}" dt="2023-06-06T09:28:35.862" v="790" actId="2696"/>
        <pc:sldMkLst>
          <pc:docMk/>
          <pc:sldMk cId="4057366714" sldId="265"/>
        </pc:sldMkLst>
        <pc:spChg chg="mod">
          <ac:chgData name="" userId="a124bbeda28052f0" providerId="LiveId" clId="{5F0F677D-7374-4EE0-B840-813BCB811C9A}" dt="2023-06-06T09:28:30.542" v="789" actId="20577"/>
          <ac:spMkLst>
            <pc:docMk/>
            <pc:sldMk cId="4057366714" sldId="265"/>
            <ac:spMk id="3" creationId="{E9070F57-91BF-4878-B7FE-7AB5C4838B03}"/>
          </ac:spMkLst>
        </pc:spChg>
      </pc:sldChg>
    </pc:docChg>
  </pc:docChgLst>
  <pc:docChgLst>
    <pc:chgData userId="a124bbeda28052f0" providerId="LiveId" clId="{B7C10C7D-D5C1-48E8-8CEC-8112E22E92EF}"/>
    <pc:docChg chg="modSld">
      <pc:chgData name="" userId="a124bbeda28052f0" providerId="LiveId" clId="{B7C10C7D-D5C1-48E8-8CEC-8112E22E92EF}" dt="2023-05-15T13:17:08.573" v="110" actId="14734"/>
      <pc:docMkLst>
        <pc:docMk/>
      </pc:docMkLst>
      <pc:sldChg chg="modSp">
        <pc:chgData name="" userId="a124bbeda28052f0" providerId="LiveId" clId="{B7C10C7D-D5C1-48E8-8CEC-8112E22E92EF}" dt="2023-05-15T12:29:49.744" v="97" actId="20577"/>
        <pc:sldMkLst>
          <pc:docMk/>
          <pc:sldMk cId="1098767430" sldId="256"/>
        </pc:sldMkLst>
        <pc:spChg chg="mod">
          <ac:chgData name="" userId="a124bbeda28052f0" providerId="LiveId" clId="{B7C10C7D-D5C1-48E8-8CEC-8112E22E92EF}" dt="2023-05-15T12:29:49.744" v="97" actId="20577"/>
          <ac:spMkLst>
            <pc:docMk/>
            <pc:sldMk cId="1098767430" sldId="256"/>
            <ac:spMk id="4" creationId="{054F1AB5-AE0F-4868-9B6E-F81775F3E09C}"/>
          </ac:spMkLst>
        </pc:spChg>
      </pc:sldChg>
      <pc:sldChg chg="modSp">
        <pc:chgData name="" userId="a124bbeda28052f0" providerId="LiveId" clId="{B7C10C7D-D5C1-48E8-8CEC-8112E22E92EF}" dt="2023-05-15T12:36:44.051" v="103" actId="20577"/>
        <pc:sldMkLst>
          <pc:docMk/>
          <pc:sldMk cId="2621356450" sldId="258"/>
        </pc:sldMkLst>
        <pc:spChg chg="mod">
          <ac:chgData name="" userId="a124bbeda28052f0" providerId="LiveId" clId="{B7C10C7D-D5C1-48E8-8CEC-8112E22E92EF}" dt="2023-05-15T12:36:44.051" v="103" actId="20577"/>
          <ac:spMkLst>
            <pc:docMk/>
            <pc:sldMk cId="2621356450" sldId="258"/>
            <ac:spMk id="6" creationId="{70292E6A-3398-43D5-954F-66EAA4793B22}"/>
          </ac:spMkLst>
        </pc:spChg>
      </pc:sldChg>
      <pc:sldChg chg="modSp">
        <pc:chgData name="" userId="a124bbeda28052f0" providerId="LiveId" clId="{B7C10C7D-D5C1-48E8-8CEC-8112E22E92EF}" dt="2023-05-14T12:00:58.611" v="82" actId="5793"/>
        <pc:sldMkLst>
          <pc:docMk/>
          <pc:sldMk cId="1939313931" sldId="260"/>
        </pc:sldMkLst>
        <pc:spChg chg="mod">
          <ac:chgData name="" userId="a124bbeda28052f0" providerId="LiveId" clId="{B7C10C7D-D5C1-48E8-8CEC-8112E22E92EF}" dt="2023-05-14T12:00:58.611" v="82" actId="5793"/>
          <ac:spMkLst>
            <pc:docMk/>
            <pc:sldMk cId="1939313931" sldId="260"/>
            <ac:spMk id="3" creationId="{E4D02A31-33C1-43FC-BAD6-AC4E642E6DB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E87E5A-5F3F-4BE7-9310-CEC758EF049F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BB1144-EF8F-444F-9CFA-24D9CA5483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5687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2A81A-3438-4E59-A452-6F8027DDB35C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D9913-18C0-43BD-9D62-CBD9AF1A5C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007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2A81A-3438-4E59-A452-6F8027DDB35C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D9913-18C0-43BD-9D62-CBD9AF1A5C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6556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2A81A-3438-4E59-A452-6F8027DDB35C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D9913-18C0-43BD-9D62-CBD9AF1A5C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3227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2A81A-3438-4E59-A452-6F8027DDB35C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D9913-18C0-43BD-9D62-CBD9AF1A5C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1884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2A81A-3438-4E59-A452-6F8027DDB35C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D9913-18C0-43BD-9D62-CBD9AF1A5C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4895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2A81A-3438-4E59-A452-6F8027DDB35C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D9913-18C0-43BD-9D62-CBD9AF1A5C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7586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2A81A-3438-4E59-A452-6F8027DDB35C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D9913-18C0-43BD-9D62-CBD9AF1A5C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1168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2A81A-3438-4E59-A452-6F8027DDB35C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D9913-18C0-43BD-9D62-CBD9AF1A5C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6745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2A81A-3438-4E59-A452-6F8027DDB35C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D9913-18C0-43BD-9D62-CBD9AF1A5C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0878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2A81A-3438-4E59-A452-6F8027DDB35C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D9913-18C0-43BD-9D62-CBD9AF1A5C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0611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2A81A-3438-4E59-A452-6F8027DDB35C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D9913-18C0-43BD-9D62-CBD9AF1A5C45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233477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2A81A-3438-4E59-A452-6F8027DDB35C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D9913-18C0-43BD-9D62-CBD9AF1A5C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00496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2A81A-3438-4E59-A452-6F8027DDB35C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D9913-18C0-43BD-9D62-CBD9AF1A5C45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775663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2A81A-3438-4E59-A452-6F8027DDB35C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D9913-18C0-43BD-9D62-CBD9AF1A5C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5334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2A81A-3438-4E59-A452-6F8027DDB35C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D9913-18C0-43BD-9D62-CBD9AF1A5C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64520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2A81A-3438-4E59-A452-6F8027DDB35C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D9913-18C0-43BD-9D62-CBD9AF1A5C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1545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62A81A-3438-4E59-A452-6F8027DDB35C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51BD9913-18C0-43BD-9D62-CBD9AF1A5C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8551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mailto:interviewprep@learnbay.co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54F1AB5-AE0F-4868-9B6E-F81775F3E09C}"/>
              </a:ext>
            </a:extLst>
          </p:cNvPr>
          <p:cNvSpPr/>
          <p:nvPr/>
        </p:nvSpPr>
        <p:spPr>
          <a:xfrm>
            <a:off x="420731" y="2274838"/>
            <a:ext cx="11350543" cy="280076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7200" b="0" cap="none" spc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Black" panose="020B0A04020102020204" pitchFamily="34" charset="0"/>
              </a:rPr>
              <a:t>Income_Evaluation</a:t>
            </a:r>
            <a:endParaRPr lang="en-US" sz="72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ctr"/>
            <a:r>
              <a:rPr lang="en-US" sz="7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Black" panose="020B0A04020102020204" pitchFamily="34" charset="0"/>
              </a:rPr>
              <a:t>Project 7 (</a:t>
            </a:r>
            <a:r>
              <a:rPr lang="en-US" sz="720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Black" panose="020B0A04020102020204" pitchFamily="34" charset="0"/>
              </a:rPr>
              <a:t>New_batch</a:t>
            </a:r>
            <a:r>
              <a:rPr lang="en-US" sz="7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Black" panose="020B0A04020102020204" pitchFamily="34" charset="0"/>
              </a:rPr>
              <a:t>)</a:t>
            </a:r>
          </a:p>
          <a:p>
            <a:pPr algn="ctr"/>
            <a:endParaRPr lang="en-US" sz="1600" b="0" cap="none" spc="0" dirty="0">
              <a:ln w="0"/>
              <a:solidFill>
                <a:srgbClr val="FF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ctr"/>
            <a:r>
              <a:rPr lang="en-US" sz="1600" b="0" cap="none" spc="0" dirty="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Black" panose="020B0A04020102020204" pitchFamily="34" charset="0"/>
              </a:rPr>
              <a:t>Date:</a:t>
            </a:r>
            <a:r>
              <a:rPr lang="en-US" sz="1600" dirty="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Black" panose="020B0A04020102020204" pitchFamily="34" charset="0"/>
              </a:rPr>
              <a:t>29-10-2025</a:t>
            </a:r>
            <a:endParaRPr lang="en-US" sz="1600" b="0" cap="none" spc="0" dirty="0">
              <a:ln w="0"/>
              <a:solidFill>
                <a:srgbClr val="FF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8767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2D56E9-BB9D-4819-A633-C357DD28CE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This is the data of Income evaluation for different countries. Based on the available features, build a model to predict whether a person's income exceeds a certain threshold (e.g., &lt;=50K or &gt;50K), Which will help to identify the factors that contribute to higher incomes</a:t>
            </a:r>
            <a:r>
              <a:rPr lang="en-US" sz="3200" dirty="0"/>
              <a:t>.</a:t>
            </a:r>
            <a:endParaRPr lang="en-IN" sz="3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A6B5BB-2568-4FC8-B074-A06BB43A8B07}"/>
              </a:ext>
            </a:extLst>
          </p:cNvPr>
          <p:cNvSpPr/>
          <p:nvPr/>
        </p:nvSpPr>
        <p:spPr>
          <a:xfrm>
            <a:off x="2679117" y="224384"/>
            <a:ext cx="749365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Black" panose="020B0A04020102020204" pitchFamily="34" charset="0"/>
              </a:rPr>
              <a:t>Problem Statement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3770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292E6A-3398-43D5-954F-66EAA4793B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6165" y="1121790"/>
            <a:ext cx="10162243" cy="5495825"/>
          </a:xfrm>
        </p:spPr>
        <p:txBody>
          <a:bodyPr>
            <a:normAutofit/>
          </a:bodyPr>
          <a:lstStyle/>
          <a:p>
            <a:r>
              <a:rPr lang="en-GB" dirty="0"/>
              <a:t>Age: The age of an employee</a:t>
            </a:r>
          </a:p>
          <a:p>
            <a:r>
              <a:rPr lang="en-GB" dirty="0"/>
              <a:t>Work-class: Profession category </a:t>
            </a:r>
          </a:p>
          <a:p>
            <a:r>
              <a:rPr lang="en-GB" dirty="0" err="1"/>
              <a:t>Final_census</a:t>
            </a:r>
            <a:r>
              <a:rPr lang="en-GB" dirty="0"/>
              <a:t> : Census(population of the country)</a:t>
            </a:r>
          </a:p>
          <a:p>
            <a:r>
              <a:rPr lang="en-GB" dirty="0"/>
              <a:t>Education: Type of last (max) Education</a:t>
            </a:r>
          </a:p>
          <a:p>
            <a:r>
              <a:rPr lang="en-GB" dirty="0" err="1"/>
              <a:t>Education_num</a:t>
            </a:r>
            <a:r>
              <a:rPr lang="en-GB" dirty="0"/>
              <a:t>: Years spend on studies</a:t>
            </a:r>
          </a:p>
          <a:p>
            <a:r>
              <a:rPr lang="en-GB" dirty="0"/>
              <a:t> Marital Status: Person married or not</a:t>
            </a:r>
          </a:p>
          <a:p>
            <a:r>
              <a:rPr lang="en-GB" dirty="0"/>
              <a:t>Occupation: Person </a:t>
            </a:r>
          </a:p>
          <a:p>
            <a:r>
              <a:rPr lang="en-GB" dirty="0"/>
              <a:t>Relationship: Bounded by any relation or dependent </a:t>
            </a:r>
          </a:p>
          <a:p>
            <a:r>
              <a:rPr lang="en-GB" dirty="0"/>
              <a:t>Race: which ethnicity belongs to the employee </a:t>
            </a:r>
          </a:p>
          <a:p>
            <a:r>
              <a:rPr lang="en-GB" dirty="0"/>
              <a:t>Gender: gender of the employee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3AB962-1090-4025-9E0D-8AF134FD2785}"/>
              </a:ext>
            </a:extLst>
          </p:cNvPr>
          <p:cNvSpPr txBox="1"/>
          <p:nvPr/>
        </p:nvSpPr>
        <p:spPr>
          <a:xfrm>
            <a:off x="1225485" y="490551"/>
            <a:ext cx="105108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b="1" dirty="0"/>
              <a:t>Data Dictionary</a:t>
            </a:r>
            <a:endParaRPr lang="en-IN" sz="4000" b="1" dirty="0"/>
          </a:p>
        </p:txBody>
      </p:sp>
    </p:spTree>
    <p:extLst>
      <p:ext uri="{BB962C8B-B14F-4D97-AF65-F5344CB8AC3E}">
        <p14:creationId xmlns:p14="http://schemas.microsoft.com/office/powerpoint/2010/main" val="26213564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40033-0036-46BB-9D53-339E3E8D3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/>
              <a:t>Data Dictionary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607D2-BE9F-489B-BCE3-ED39B18259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7460"/>
            <a:ext cx="10515600" cy="5288437"/>
          </a:xfrm>
        </p:spPr>
        <p:txBody>
          <a:bodyPr>
            <a:normAutofit/>
          </a:bodyPr>
          <a:lstStyle/>
          <a:p>
            <a:r>
              <a:rPr lang="en-GB" dirty="0"/>
              <a:t>Capital-gain: </a:t>
            </a:r>
            <a:r>
              <a:rPr lang="en-US" dirty="0"/>
              <a:t>Capital gain refers to the profit earned when selling a capital asset, such as stocks, real estate, or valuable possessions. It represents the difference between the selling price of the asset and its original purchase price.</a:t>
            </a:r>
            <a:endParaRPr lang="en-GB" dirty="0"/>
          </a:p>
          <a:p>
            <a:r>
              <a:rPr lang="en-GB" dirty="0"/>
              <a:t>Capital-loss: </a:t>
            </a:r>
            <a:r>
              <a:rPr lang="en-US" dirty="0"/>
              <a:t>Capital loss refers to the financial loss incurred when selling a capital asset at a price lower than its original purchase price. It represents the negative difference between the selling price and the purchase price of the asset.</a:t>
            </a:r>
            <a:endParaRPr lang="en-GB" dirty="0"/>
          </a:p>
          <a:p>
            <a:r>
              <a:rPr lang="en-GB" dirty="0"/>
              <a:t>Hours/week : How many working hours in a week</a:t>
            </a:r>
          </a:p>
          <a:p>
            <a:r>
              <a:rPr lang="en-GB" dirty="0"/>
              <a:t>Country : Country where it belongs</a:t>
            </a:r>
            <a:endParaRPr lang="en-IN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Income threshold(Target Column) : two range of Income one is &lt;=50k and &gt;50K</a:t>
            </a:r>
          </a:p>
        </p:txBody>
      </p:sp>
    </p:spTree>
    <p:extLst>
      <p:ext uri="{BB962C8B-B14F-4D97-AF65-F5344CB8AC3E}">
        <p14:creationId xmlns:p14="http://schemas.microsoft.com/office/powerpoint/2010/main" val="20781652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875422-E998-453D-815B-45667402FB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>
                <a:latin typeface="Arial Black" panose="020B0A04020102020204" pitchFamily="34" charset="0"/>
              </a:rPr>
              <a:t>No_of_columns</a:t>
            </a:r>
            <a:r>
              <a:rPr lang="en-GB" dirty="0">
                <a:latin typeface="Arial Black" panose="020B0A04020102020204" pitchFamily="34" charset="0"/>
              </a:rPr>
              <a:t> – 15 Nos</a:t>
            </a:r>
          </a:p>
          <a:p>
            <a:endParaRPr lang="en-GB" dirty="0">
              <a:latin typeface="Arial Black" panose="020B0A04020102020204" pitchFamily="34" charset="0"/>
            </a:endParaRPr>
          </a:p>
          <a:p>
            <a:r>
              <a:rPr lang="en-GB" dirty="0" err="1">
                <a:latin typeface="Arial Black" panose="020B0A04020102020204" pitchFamily="34" charset="0"/>
              </a:rPr>
              <a:t>No_of_Rows</a:t>
            </a:r>
            <a:r>
              <a:rPr lang="en-GB" dirty="0">
                <a:latin typeface="Arial Black" panose="020B0A04020102020204" pitchFamily="34" charset="0"/>
              </a:rPr>
              <a:t> – 32562 Nos</a:t>
            </a: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607A68-E599-4CAD-B38C-37E7A7139B19}"/>
              </a:ext>
            </a:extLst>
          </p:cNvPr>
          <p:cNvSpPr/>
          <p:nvPr/>
        </p:nvSpPr>
        <p:spPr>
          <a:xfrm>
            <a:off x="3533226" y="224384"/>
            <a:ext cx="57854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Black" panose="020B0A04020102020204" pitchFamily="34" charset="0"/>
              </a:rPr>
              <a:t>Data Structure</a:t>
            </a:r>
          </a:p>
        </p:txBody>
      </p:sp>
    </p:spTree>
    <p:extLst>
      <p:ext uri="{BB962C8B-B14F-4D97-AF65-F5344CB8AC3E}">
        <p14:creationId xmlns:p14="http://schemas.microsoft.com/office/powerpoint/2010/main" val="26058580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19179806-8BF7-43AA-9906-CC69786AA3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83623042"/>
              </p:ext>
            </p:extLst>
          </p:nvPr>
        </p:nvGraphicFramePr>
        <p:xfrm>
          <a:off x="160257" y="216816"/>
          <a:ext cx="11783500" cy="6676878"/>
        </p:xfrm>
        <a:graphic>
          <a:graphicData uri="http://schemas.openxmlformats.org/drawingml/2006/table">
            <a:tbl>
              <a:tblPr/>
              <a:tblGrid>
                <a:gridCol w="590405">
                  <a:extLst>
                    <a:ext uri="{9D8B030D-6E8A-4147-A177-3AD203B41FA5}">
                      <a16:colId xmlns:a16="http://schemas.microsoft.com/office/drawing/2014/main" val="156852355"/>
                    </a:ext>
                  </a:extLst>
                </a:gridCol>
                <a:gridCol w="787208">
                  <a:extLst>
                    <a:ext uri="{9D8B030D-6E8A-4147-A177-3AD203B41FA5}">
                      <a16:colId xmlns:a16="http://schemas.microsoft.com/office/drawing/2014/main" val="2005291028"/>
                    </a:ext>
                  </a:extLst>
                </a:gridCol>
                <a:gridCol w="856538">
                  <a:extLst>
                    <a:ext uri="{9D8B030D-6E8A-4147-A177-3AD203B41FA5}">
                      <a16:colId xmlns:a16="http://schemas.microsoft.com/office/drawing/2014/main" val="2430030408"/>
                    </a:ext>
                  </a:extLst>
                </a:gridCol>
                <a:gridCol w="631596">
                  <a:extLst>
                    <a:ext uri="{9D8B030D-6E8A-4147-A177-3AD203B41FA5}">
                      <a16:colId xmlns:a16="http://schemas.microsoft.com/office/drawing/2014/main" val="3052474663"/>
                    </a:ext>
                  </a:extLst>
                </a:gridCol>
                <a:gridCol w="707010">
                  <a:extLst>
                    <a:ext uri="{9D8B030D-6E8A-4147-A177-3AD203B41FA5}">
                      <a16:colId xmlns:a16="http://schemas.microsoft.com/office/drawing/2014/main" val="2574678294"/>
                    </a:ext>
                  </a:extLst>
                </a:gridCol>
                <a:gridCol w="990582">
                  <a:extLst>
                    <a:ext uri="{9D8B030D-6E8A-4147-A177-3AD203B41FA5}">
                      <a16:colId xmlns:a16="http://schemas.microsoft.com/office/drawing/2014/main" val="3712519232"/>
                    </a:ext>
                  </a:extLst>
                </a:gridCol>
                <a:gridCol w="1389912">
                  <a:extLst>
                    <a:ext uri="{9D8B030D-6E8A-4147-A177-3AD203B41FA5}">
                      <a16:colId xmlns:a16="http://schemas.microsoft.com/office/drawing/2014/main" val="3704692666"/>
                    </a:ext>
                  </a:extLst>
                </a:gridCol>
                <a:gridCol w="934808">
                  <a:extLst>
                    <a:ext uri="{9D8B030D-6E8A-4147-A177-3AD203B41FA5}">
                      <a16:colId xmlns:a16="http://schemas.microsoft.com/office/drawing/2014/main" val="1703196005"/>
                    </a:ext>
                  </a:extLst>
                </a:gridCol>
                <a:gridCol w="590405">
                  <a:extLst>
                    <a:ext uri="{9D8B030D-6E8A-4147-A177-3AD203B41FA5}">
                      <a16:colId xmlns:a16="http://schemas.microsoft.com/office/drawing/2014/main" val="1256155787"/>
                    </a:ext>
                  </a:extLst>
                </a:gridCol>
                <a:gridCol w="590405">
                  <a:extLst>
                    <a:ext uri="{9D8B030D-6E8A-4147-A177-3AD203B41FA5}">
                      <a16:colId xmlns:a16="http://schemas.microsoft.com/office/drawing/2014/main" val="3972493922"/>
                    </a:ext>
                  </a:extLst>
                </a:gridCol>
                <a:gridCol w="590405">
                  <a:extLst>
                    <a:ext uri="{9D8B030D-6E8A-4147-A177-3AD203B41FA5}">
                      <a16:colId xmlns:a16="http://schemas.microsoft.com/office/drawing/2014/main" val="3386113272"/>
                    </a:ext>
                  </a:extLst>
                </a:gridCol>
                <a:gridCol w="590405">
                  <a:extLst>
                    <a:ext uri="{9D8B030D-6E8A-4147-A177-3AD203B41FA5}">
                      <a16:colId xmlns:a16="http://schemas.microsoft.com/office/drawing/2014/main" val="166264183"/>
                    </a:ext>
                  </a:extLst>
                </a:gridCol>
                <a:gridCol w="874707">
                  <a:extLst>
                    <a:ext uri="{9D8B030D-6E8A-4147-A177-3AD203B41FA5}">
                      <a16:colId xmlns:a16="http://schemas.microsoft.com/office/drawing/2014/main" val="377578536"/>
                    </a:ext>
                  </a:extLst>
                </a:gridCol>
                <a:gridCol w="1068709">
                  <a:extLst>
                    <a:ext uri="{9D8B030D-6E8A-4147-A177-3AD203B41FA5}">
                      <a16:colId xmlns:a16="http://schemas.microsoft.com/office/drawing/2014/main" val="2731342245"/>
                    </a:ext>
                  </a:extLst>
                </a:gridCol>
                <a:gridCol w="590405">
                  <a:extLst>
                    <a:ext uri="{9D8B030D-6E8A-4147-A177-3AD203B41FA5}">
                      <a16:colId xmlns:a16="http://schemas.microsoft.com/office/drawing/2014/main" val="3499470326"/>
                    </a:ext>
                  </a:extLst>
                </a:gridCol>
              </a:tblGrid>
              <a:tr h="105732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Age</a:t>
                      </a:r>
                    </a:p>
                  </a:txBody>
                  <a:tcPr marL="6586" marR="6586" marT="65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Profession Class</a:t>
                      </a:r>
                    </a:p>
                  </a:txBody>
                  <a:tcPr marL="6586" marR="6586" marT="65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Final_census</a:t>
                      </a:r>
                    </a:p>
                  </a:txBody>
                  <a:tcPr marL="6586" marR="6586" marT="65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Education</a:t>
                      </a:r>
                    </a:p>
                  </a:txBody>
                  <a:tcPr marL="6586" marR="6586" marT="65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Education-num</a:t>
                      </a:r>
                    </a:p>
                  </a:txBody>
                  <a:tcPr marL="6586" marR="6586" marT="65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marital-status</a:t>
                      </a:r>
                    </a:p>
                  </a:txBody>
                  <a:tcPr marL="6586" marR="6586" marT="65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occupation</a:t>
                      </a:r>
                    </a:p>
                  </a:txBody>
                  <a:tcPr marL="6586" marR="6586" marT="65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relationship</a:t>
                      </a:r>
                    </a:p>
                  </a:txBody>
                  <a:tcPr marL="6586" marR="6586" marT="65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race</a:t>
                      </a:r>
                    </a:p>
                  </a:txBody>
                  <a:tcPr marL="6586" marR="6586" marT="65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Gender</a:t>
                      </a:r>
                    </a:p>
                  </a:txBody>
                  <a:tcPr marL="6586" marR="6586" marT="65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capital-gain</a:t>
                      </a:r>
                    </a:p>
                  </a:txBody>
                  <a:tcPr marL="6586" marR="6586" marT="65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capital-loss</a:t>
                      </a:r>
                    </a:p>
                  </a:txBody>
                  <a:tcPr marL="6586" marR="6586" marT="65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hours-per-week</a:t>
                      </a:r>
                    </a:p>
                  </a:txBody>
                  <a:tcPr marL="6586" marR="6586" marT="65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country</a:t>
                      </a:r>
                    </a:p>
                  </a:txBody>
                  <a:tcPr marL="6586" marR="6586" marT="65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income</a:t>
                      </a:r>
                    </a:p>
                  </a:txBody>
                  <a:tcPr marL="6586" marR="6586" marT="65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0270102"/>
                  </a:ext>
                </a:extLst>
              </a:tr>
              <a:tr h="694311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State-gov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77516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Bachelors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Never-married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Adm-clerical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Not-in-family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White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Male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2174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United-States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&lt;=50K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339997"/>
                  </a:ext>
                </a:extLst>
              </a:tr>
              <a:tr h="694311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Self-emp-not-inc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83311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Bachelors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Married-civ-spouse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Exec-managerial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Husband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White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Male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United-States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&lt;=50K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6946331"/>
                  </a:ext>
                </a:extLst>
              </a:tr>
              <a:tr h="354499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Private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215646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HS-grad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Divorced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Handlers-cleaners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Not-in-family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White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Male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United-States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&lt;=50K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1642965"/>
                  </a:ext>
                </a:extLst>
              </a:tr>
              <a:tr h="354499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Private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234721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11th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Married-civ-spouse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Handlers-cleaners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Husband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Black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Male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United-States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&lt;=50K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2194767"/>
                  </a:ext>
                </a:extLst>
              </a:tr>
              <a:tr h="694311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Private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338409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Bachelors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Married-civ-spouse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Prof-specialty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Wife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Black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Female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Cuba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&lt;=50K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1708469"/>
                  </a:ext>
                </a:extLst>
              </a:tr>
              <a:tr h="354499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Private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284582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Masters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Married-civ-spouse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Exec-managerial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Wife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White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Female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United-States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&lt;=50K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6176655"/>
                  </a:ext>
                </a:extLst>
              </a:tr>
              <a:tr h="694311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Private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160187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9th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Married-spouse-absent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Other-service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Not-in-family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Black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Female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Jamaica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&lt;=50K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1939319"/>
                  </a:ext>
                </a:extLst>
              </a:tr>
              <a:tr h="694311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Self-emp-not-inc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209642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HS-grad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Married-civ-spouse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Exec-managerial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Husband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White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Male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United-States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&gt;50K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3024318"/>
                  </a:ext>
                </a:extLst>
              </a:tr>
              <a:tr h="354499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Private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45781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Masters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Never-married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Prof-specialty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Not-in-family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White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Female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14084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United-States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&gt;50K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578574"/>
                  </a:ext>
                </a:extLst>
              </a:tr>
              <a:tr h="694311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Private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159449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Bachelors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Married-civ-spouse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Exec-managerial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Husband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White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Male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5178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United-States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&gt;50K</a:t>
                      </a:r>
                    </a:p>
                  </a:txBody>
                  <a:tcPr marL="6586" marR="6586" marT="65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02629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7837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07F69AD-48C9-49D8-BB69-79A4B81B5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0231" y="804863"/>
            <a:ext cx="4785862" cy="8402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cap="none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Black" panose="020B0A04020102020204" pitchFamily="34" charset="0"/>
              </a:rPr>
              <a:t>Instructions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02A31-33C1-43FC-BAD6-AC4E642E6D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GB" dirty="0"/>
          </a:p>
          <a:p>
            <a:pPr lvl="0" indent="-201930">
              <a:spcBef>
                <a:spcPts val="0"/>
              </a:spcBef>
              <a:buClr>
                <a:schemeClr val="dk1"/>
              </a:buClr>
              <a:buSzPct val="100000"/>
            </a:pPr>
            <a:r>
              <a:rPr lang="en-US" dirty="0"/>
              <a:t>The dataset will be given through a drive link mentioned below</a:t>
            </a:r>
          </a:p>
          <a:p>
            <a:pPr lvl="0" indent="-201930">
              <a:buClr>
                <a:schemeClr val="dk1"/>
              </a:buClr>
              <a:buSzPct val="100000"/>
            </a:pPr>
            <a:r>
              <a:rPr lang="en-US" u="sng" dirty="0">
                <a:solidFill>
                  <a:schemeClr val="hlink"/>
                </a:solidFill>
              </a:rPr>
              <a:t> </a:t>
            </a:r>
            <a:r>
              <a:rPr lang="en-US" dirty="0"/>
              <a:t>You have to submit the project with a Ppt presentation </a:t>
            </a:r>
            <a:r>
              <a:rPr lang="en-US"/>
              <a:t>by Sunday 9th  </a:t>
            </a:r>
            <a:r>
              <a:rPr lang="en-US" dirty="0"/>
              <a:t>November 2025 by EOD.</a:t>
            </a:r>
          </a:p>
          <a:p>
            <a:pPr lvl="0" indent="-201930">
              <a:buSzPct val="100000"/>
            </a:pPr>
            <a:r>
              <a:rPr lang="en-US" dirty="0"/>
              <a:t>Kindly submit your ‘</a:t>
            </a:r>
            <a:r>
              <a:rPr lang="en-US" dirty="0" err="1"/>
              <a:t>XYZ.ipynb</a:t>
            </a:r>
            <a:r>
              <a:rPr lang="en-US" dirty="0"/>
              <a:t>’ file and ‘XYZ.ppt’ to </a:t>
            </a:r>
            <a:r>
              <a:rPr lang="en-US" b="1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interviewprep@learnbay.co</a:t>
            </a:r>
            <a:r>
              <a:rPr lang="en-US" b="1" dirty="0"/>
              <a:t>  </a:t>
            </a:r>
            <a:r>
              <a:rPr lang="en-US" dirty="0"/>
              <a:t>within the timeframe, submission of the project after the due date will be considered disqualified. Late submission will be considered with a valid reason.</a:t>
            </a:r>
          </a:p>
          <a:p>
            <a:pPr lvl="0" indent="-201930">
              <a:buClr>
                <a:schemeClr val="dk1"/>
              </a:buClr>
              <a:buSzPct val="100000"/>
            </a:pPr>
            <a:r>
              <a:rPr lang="en-US" dirty="0"/>
              <a:t>After submission of the project you’ll get a link to book a time for the project presentation.</a:t>
            </a:r>
          </a:p>
          <a:p>
            <a:endParaRPr lang="en-GB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93139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4"/>
          <p:cNvSpPr/>
          <p:nvPr/>
        </p:nvSpPr>
        <p:spPr>
          <a:xfrm>
            <a:off x="1647600" y="448313"/>
            <a:ext cx="8896800" cy="871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  <a:tabLst/>
              <a:defRPr/>
            </a:pPr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srgbClr val="B71E42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Selection &amp; feedback</a:t>
            </a:r>
            <a:endParaRPr kumimoji="0" sz="5400" b="0" i="0" u="none" strike="noStrike" kern="1200" cap="none" spc="0" normalizeH="0" baseline="0" noProof="0" dirty="0">
              <a:ln>
                <a:noFill/>
              </a:ln>
              <a:solidFill>
                <a:srgbClr val="B71E42"/>
              </a:solidFill>
              <a:effectLst/>
              <a:uLnTx/>
              <a:uFillTx/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0E763F-09D7-91B9-E400-349026F475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7642" y="1896532"/>
            <a:ext cx="9601196" cy="4077548"/>
          </a:xfrm>
        </p:spPr>
        <p:txBody>
          <a:bodyPr>
            <a:normAutofit fontScale="47500" lnSpcReduction="20000"/>
          </a:bodyPr>
          <a:lstStyle/>
          <a:p>
            <a:pPr marL="342900" lvl="0" indent="-30861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64285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Selection of candidates will be based on their 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approach to Analysis,  presentation skills(Storytelling skills), and subject knowledge points(Mock questions related to PYTHON and ML. ETC)</a:t>
            </a:r>
          </a:p>
          <a:p>
            <a:pPr marL="342900" lvl="0" indent="-30861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64285"/>
            </a:pP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0861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64285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Once the presentation is done every candidate will get their feedback during the session and outcome and score via mail with the status of whether they are selected or not.</a:t>
            </a:r>
          </a:p>
          <a:p>
            <a:pPr marL="342900" lvl="0" indent="-30861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64285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Selected candidates’ data will be shared with the placement team for 1 on 1 resume session.</a:t>
            </a:r>
          </a:p>
          <a:p>
            <a:pPr marL="342900" lvl="0" indent="-30861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64285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(before attending the resume review session kindly go through the group session for resume first)</a:t>
            </a:r>
          </a:p>
          <a:p>
            <a:pPr marL="342900" lvl="0" indent="-30861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64285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Candidates who are not selected in this process will be carried forward to the next project.</a:t>
            </a:r>
          </a:p>
          <a:p>
            <a:pPr marL="342900" lvl="0" indent="-30861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64285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Kindly do not book multiple slots, if found it shall considered as cancelled. If any change in the slot date and time kindly inform or cancel the previous slot.</a:t>
            </a:r>
          </a:p>
          <a:p>
            <a:pPr marL="0" lvl="0" indent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endParaRPr lang="en-US" dirty="0"/>
          </a:p>
          <a:p>
            <a:pPr marL="342900" lvl="0" indent="-2286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endParaRPr lang="en-US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0EF42-90E8-B7FF-C1BC-8A11E0B768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2" y="1544320"/>
            <a:ext cx="9601196" cy="4158828"/>
          </a:xfrm>
        </p:spPr>
        <p:txBody>
          <a:bodyPr>
            <a:normAutofit/>
          </a:bodyPr>
          <a:lstStyle/>
          <a:p>
            <a:endParaRPr lang="en-US" sz="6000" dirty="0">
              <a:latin typeface="Algerian" panose="04020705040A02060702" pitchFamily="82" charset="0"/>
            </a:endParaRPr>
          </a:p>
          <a:p>
            <a:pPr marL="0" indent="0" algn="ctr">
              <a:buNone/>
            </a:pPr>
            <a:r>
              <a:rPr lang="en-US" sz="6000" b="1" i="1" dirty="0">
                <a:latin typeface="Algerian" panose="04020705040A02060702" pitchFamily="82" charset="0"/>
              </a:rPr>
              <a:t>THANK YOU !!!!</a:t>
            </a:r>
            <a:endParaRPr lang="en-IN" sz="6000" b="1" i="1" dirty="0">
              <a:latin typeface="Algerian" panose="04020705040A02060702" pitchFamily="82" charset="0"/>
            </a:endParaRPr>
          </a:p>
          <a:p>
            <a:pPr marL="0" indent="0" algn="ctr">
              <a:buNone/>
            </a:pPr>
            <a:r>
              <a:rPr lang="en-US" sz="6000" b="1" i="1" dirty="0">
                <a:latin typeface="Algerian" panose="04020705040A02060702" pitchFamily="82" charset="0"/>
              </a:rPr>
              <a:t>ALL THE BEST . </a:t>
            </a:r>
          </a:p>
        </p:txBody>
      </p:sp>
    </p:spTree>
    <p:extLst>
      <p:ext uri="{BB962C8B-B14F-4D97-AF65-F5344CB8AC3E}">
        <p14:creationId xmlns:p14="http://schemas.microsoft.com/office/powerpoint/2010/main" val="109217418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436</TotalTime>
  <Words>817</Words>
  <Application>Microsoft Office PowerPoint</Application>
  <PresentationFormat>Widescreen</PresentationFormat>
  <Paragraphs>212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Algerian</vt:lpstr>
      <vt:lpstr>Arial</vt:lpstr>
      <vt:lpstr>Arial Black</vt:lpstr>
      <vt:lpstr>Calibri</vt:lpstr>
      <vt:lpstr>Century Gothic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Data Dictionary</vt:lpstr>
      <vt:lpstr>PowerPoint Presentation</vt:lpstr>
      <vt:lpstr>PowerPoint Presentation</vt:lpstr>
      <vt:lpstr>Instructions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STANLEY</dc:creator>
  <cp:lastModifiedBy>swapna p</cp:lastModifiedBy>
  <cp:revision>24</cp:revision>
  <dcterms:created xsi:type="dcterms:W3CDTF">2022-11-21T05:42:27Z</dcterms:created>
  <dcterms:modified xsi:type="dcterms:W3CDTF">2025-10-29T06:20:50Z</dcterms:modified>
</cp:coreProperties>
</file>